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70BA"/>
                </a:solidFill>
              </a:defRPr>
            </a:pPr>
            <a:r>
              <a:t>KLE TECHNOLOGICAL UNIVERSITY  ×  SAMSUNG  |  PROJECT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A2540"/>
                </a:solidFill>
              </a:defRPr>
            </a:pPr>
            <a:r>
              <a:t>Develop and Validate Optimised Multimodal Models for Automotive Use Cases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</a:defRPr>
            </a:pPr>
            <a:r>
              <a:t>Automotive Surveillance Mode (ASM) — Low-Power Surround Perception via Temporal Redundancy Reduction &amp; Shared DINOv2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Surround View Context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4 Fisheye cameras on Ego Vehicle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Continuous parked monitoring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Battery SoC preservation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Temporal Optimization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Native 5 FPS downsampling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83.3% redundancy elimination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tubelet action pooling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840480"/>
            <a:ext cx="3154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PVA Processor Target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Compute budget: &lt; 10 GMACs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Single shared vision backbone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Real-time threat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PROBLEM STATEMENT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Problem Statement: Develop and Validate Optimised Multimodal Models for Automotive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Automotive Problem Statement &amp; Context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Primary Directive: Develop and Validate Optimised Multimodal Models for Automotive Use Cases.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Operational Context: Automotive Surveillance Mode (ASM) monitors parked Ego Vehicles using 4 Surround View Fisheye Cameras (Front, Rear, Left, Right).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Battery Preservation: DINOv2 is pre-trained on static images. Processing full-rate video exhausts battery State of Charge (SoC).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Hardware Constraints: Model execution must target a low-power automotive PVA processor during long parking intervals.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Strategy: Exploit continuous video redundancy to drastically cut compute while preserving multimodal detection and action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64208"/>
            <a:ext cx="164592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AUTOMOTIVE KPI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Primary Compute &amp; Hardware KPI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Compute Budget: &lt; 10 GMACs per camera frame.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Target Accelerator: Low-power PVA embedded processor.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Optimization: Decimated from 30 FPS to 5 FPS (6x compute savings).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64208"/>
            <a:ext cx="164592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&lt; 10 GMACs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Multimodal Quality KPIs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Surveillance Benchmark: Open-source VIRAT dataset for automotive scenes.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Action Detection: Spatiotemporal tubelet pooling + Transformer classifier.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Object Tracking: Adapter-v2 + YOLO26 multi-object trajectory tracker.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4178807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VIRAT BENCHMARK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OPTIMISED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High-Level Optimised Multimodal Architecture</a:t>
            </a:r>
          </a:p>
        </p:txBody>
      </p:sp>
      <p:pic>
        <p:nvPicPr>
          <p:cNvPr id="5" name="Picture 4" descr="as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Decimated Input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5 FPS Sampling (83.3% redundancy cut)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Shared Backbone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DINOv2 ViT-S/14 Single Forward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806440"/>
            <a:ext cx="34107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0070BA"/>
                </a:solidFill>
              </a:defRPr>
            </a:pPr>
            <a:r>
              <a:t>Multi-Task Output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Coupled Detection &amp; Tubelet Action Heads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MODEL OPTIMIZATION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Multimodal Optimization &amp; Cross-Scene Validation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Leave-One-Scene-Out (LOSO) Validation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Rigorous Cross-Validation: Evaluates generalization across entirely distinct physical surveillance environments.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1: Train on Scenes 2 &amp; 3  →  Validate on unseen Scene 1 (VIRAT Parking Active Cars).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2: Train on Scenes 1 &amp; 3  →  Validate on unseen Scene 2 (VIRAT Parking Lot Cars 2).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Fold 3: Train on Scenes 1 &amp; 2  →  Validate on unseen Scene 3 (VIRAT Parking Scene 000203).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Validation Goal: Guarantees reliable detection and action recognition under varying camera heights, distances, and lighting.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64208"/>
            <a:ext cx="164592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3-FOLD LOSO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1. Embedding Noise Injection &amp; Augmentation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Gaussian Feature Jitter: Noise injection (sigma=0.04) on DINOv2 spatial patch tokens.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Feature Dropout: p=0.15 dimension dropout prevents co-adaptation of features.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Sequence Jitter: Dynamic slicing and temporal shift invariance during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64208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ROBUST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2. Regularization &amp; Loss Calibration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Label Smoothing: 0.10 cross-entropy smoothing to penalize overconfidence.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Weight Decay: AdamW optimizer with 1e-2 weight decay and Cosine Annealing schedule.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Early Stopping: Monitored validation loss with 8-epoch patience for calibrated convergence.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4178807"/>
            <a:ext cx="164592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CALIBRATED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BENCHMARKING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Performance Benchmarking: Baseline vs. Optimized Multimodal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Baseline Model (K400 Probe)</a:t>
            </a:r>
          </a:p>
          <a:p>
            <a:pPr>
              <a:defRPr sz="2800" b="1">
                <a:solidFill>
                  <a:srgbClr val="475569"/>
                </a:solidFill>
              </a:defRPr>
            </a:pPr>
            <a:r>
              <a:t>22.4%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Global Linear Probe (Zero spatial actor awareness)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Temporal Compute Cut</a:t>
            </a:r>
          </a:p>
          <a:p>
            <a:pPr>
              <a:defRPr sz="2800" b="1">
                <a:solidFill>
                  <a:srgbClr val="0070BA"/>
                </a:solidFill>
              </a:defRPr>
            </a:pPr>
            <a:r>
              <a:t>83.3%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Backbone Forward Decimation via Native 5 FPS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071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475569"/>
                </a:solidFill>
              </a:defRPr>
            </a:pPr>
            <a:r>
              <a:t>Optimized Multimodal Model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70.83%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Top-1 Accuracy on Unseen Surveillance Scenes (LOSO)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25912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3383280"/>
          <a:ext cx="101772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560320"/>
                <a:gridCol w="2679192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Metric /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Baseline Model (K400 Probe)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Optimized Multimodal Model (LOSO)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A2540"/>
                          </a:solidFill>
                        </a:defRPr>
                      </a:pPr>
                      <a:r>
                        <a:t>Automotive Use Case Impact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Input Frame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30 FPS (Unsampled)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5 FPS (Decimated)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83.3% Compute &amp; Power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70.83%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Validated on Unseen Surveillance Scenes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Weighted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69.16%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Reliable Performance across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Surveillance Action F1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Poor Transfer (&lt; 20%)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70BA"/>
                          </a:solidFill>
                        </a:defRPr>
                      </a:pPr>
                      <a:r>
                        <a:t>Walk: 75.0%  |  Stand: 69.6%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Spatiotemporal Tubelet Pooling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70BA"/>
                </a:solidFill>
              </a:defRPr>
            </a:pPr>
            <a:r>
              <a:t>ROADMAP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Project Milestones &amp;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Completed: Milestone 1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Selected open-source VIRAT surveillance dataset.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Established baseline evaluation on surround feeds.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Implemented 5 FPS temporal subsampling (83.3% redundancy cut).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Built Tubelet Pooler &amp; 2-Layer Transformer Action 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21992" y="1664208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ACHIEVED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Completed: Milestone 2 (Validation)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Executed 3-Fold Leave-One-Scene-Out (LOSO) validation.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Achieved 70.83% Top-1 Accuracy on unseen surveillance scenes.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Achieved 69.16% Weighted F1 across surveillance actions.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Exported calibrated model checkpoint (best.pth).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9592" y="1664208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0712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A2540"/>
                </a:solidFill>
              </a:defRPr>
            </a:pPr>
            <a:r>
              <a:t>Next Phase: Low-Power PVA Target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Temporal token pruning / motion differencing.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Optimize compute to meet &lt; 10 GMACs per frame KPI.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Hardware profiling for low-power PVA accelerator.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• Multi-camera surround view spatial stitching.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7192" y="1664208"/>
            <a:ext cx="1645920" cy="292608"/>
          </a:xfrm>
          <a:prstGeom prst="round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UPCOMING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